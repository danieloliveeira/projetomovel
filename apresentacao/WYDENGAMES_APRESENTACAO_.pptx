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Quattrocento Sans"/>
      <p:regular r:id="rId21"/>
      <p:bold r:id="rId22"/>
      <p:italic r:id="rId23"/>
      <p:boldItalic r:id="rId24"/>
    </p:embeddedFont>
    <p:embeddedFont>
      <p:font typeface="Arial Black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QuattrocentoSans-bold.fntdata"/><Relationship Id="rId21" Type="http://schemas.openxmlformats.org/officeDocument/2006/relationships/font" Target="fonts/QuattrocentoSans-regular.fntdata"/><Relationship Id="rId24" Type="http://schemas.openxmlformats.org/officeDocument/2006/relationships/font" Target="fonts/QuattrocentoSans-boldItalic.fntdata"/><Relationship Id="rId23" Type="http://schemas.openxmlformats.org/officeDocument/2006/relationships/font" Target="fonts/Quattrocento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Source File:</a:t>
            </a:r>
            <a:br>
              <a:rPr lang="pt-BR"/>
            </a:br>
            <a:r>
              <a:rPr lang="pt-BR"/>
              <a:t>https://unsplash.com/photos/PK_t0Lrh7MM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https://unsplash.com/photos/DItYlc26zVI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https://unsplash.com/photos/y9L5-wmifaY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https://unsplash.com/photos/MQ9U2GFnnDc</a:t>
            </a:r>
            <a:endParaRPr/>
          </a:p>
        </p:txBody>
      </p:sp>
      <p:sp>
        <p:nvSpPr>
          <p:cNvPr id="72" name="Google Shape;72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Source File:</a:t>
            </a:r>
            <a:br>
              <a:rPr lang="pt-BR"/>
            </a:br>
            <a:r>
              <a:rPr lang="pt-BR"/>
              <a:t>https://unsplash.com/photos/PK_t0Lrh7MM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https://unsplash.com/photos/DItYlc26zVI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https://unsplash.com/photos/y9L5-wmifaY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https://unsplash.com/photos/MQ9U2GFnnDc</a:t>
            </a:r>
            <a:endParaRPr/>
          </a:p>
        </p:txBody>
      </p:sp>
      <p:sp>
        <p:nvSpPr>
          <p:cNvPr id="82" name="Google Shape;82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39b11551b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a39b11551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Source File:</a:t>
            </a:r>
            <a:br>
              <a:rPr lang="pt-BR"/>
            </a:br>
            <a:r>
              <a:rPr lang="pt-BR"/>
              <a:t>https://unsplash.com/photos/PK_t0Lrh7MM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https://unsplash.com/photos/DItYlc26zVI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https://unsplash.com/photos/y9L5-wmifaY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https://unsplash.com/photos/MQ9U2GFnnDc</a:t>
            </a:r>
            <a:endParaRPr/>
          </a:p>
        </p:txBody>
      </p:sp>
      <p:sp>
        <p:nvSpPr>
          <p:cNvPr id="92" name="Google Shape;92;g3a39b11551b_0_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39b1155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a39b1155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15"/>
            <a:ext cx="9144000" cy="513907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1828800" y="742950"/>
            <a:ext cx="57912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Quattrocento Sans"/>
              <a:buNone/>
              <a:defRPr b="1" i="0" sz="4000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305800" y="4741582"/>
            <a:ext cx="4572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2_Full Blank">
  <p:cSld name="42_Full 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>
            <p:ph idx="2" type="pic"/>
          </p:nvPr>
        </p:nvSpPr>
        <p:spPr>
          <a:xfrm>
            <a:off x="531280" y="1209919"/>
            <a:ext cx="8081700" cy="32406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14"/>
          <p:cNvSpPr txBox="1"/>
          <p:nvPr/>
        </p:nvSpPr>
        <p:spPr>
          <a:xfrm>
            <a:off x="2022506" y="4800182"/>
            <a:ext cx="21828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3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Presentation Template</a:t>
            </a:r>
            <a:endParaRPr b="0" i="0" sz="13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439495" y="4774328"/>
            <a:ext cx="314100" cy="3171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430462" y="4812635"/>
            <a:ext cx="3354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59" name="Google Shape;59;p14"/>
          <p:cNvCxnSpPr/>
          <p:nvPr/>
        </p:nvCxnSpPr>
        <p:spPr>
          <a:xfrm>
            <a:off x="875677" y="4838294"/>
            <a:ext cx="1200" cy="189300"/>
          </a:xfrm>
          <a:prstGeom prst="straightConnector1">
            <a:avLst/>
          </a:prstGeom>
          <a:noFill/>
          <a:ln cap="rnd" cmpd="sng" w="1430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" name="Google Shape;60;p14"/>
          <p:cNvSpPr/>
          <p:nvPr/>
        </p:nvSpPr>
        <p:spPr>
          <a:xfrm>
            <a:off x="1287010" y="4820918"/>
            <a:ext cx="743700" cy="223800"/>
          </a:xfrm>
          <a:prstGeom prst="roundRect">
            <a:avLst>
              <a:gd fmla="val 10526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3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Scope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" name="Google Shape;61;p14"/>
          <p:cNvGrpSpPr/>
          <p:nvPr/>
        </p:nvGrpSpPr>
        <p:grpSpPr>
          <a:xfrm>
            <a:off x="1009439" y="4790428"/>
            <a:ext cx="185877" cy="285245"/>
            <a:chOff x="5591175" y="1006475"/>
            <a:chExt cx="1009651" cy="1549400"/>
          </a:xfrm>
        </p:grpSpPr>
        <p:sp>
          <p:nvSpPr>
            <p:cNvPr id="62" name="Google Shape;62;p14"/>
            <p:cNvSpPr/>
            <p:nvPr/>
          </p:nvSpPr>
          <p:spPr>
            <a:xfrm>
              <a:off x="5591175" y="1385888"/>
              <a:ext cx="214313" cy="887412"/>
            </a:xfrm>
            <a:custGeom>
              <a:rect b="b" l="l" r="r" t="t"/>
              <a:pathLst>
                <a:path extrusionOk="0" h="559" w="135">
                  <a:moveTo>
                    <a:pt x="0" y="78"/>
                  </a:moveTo>
                  <a:lnTo>
                    <a:pt x="0" y="559"/>
                  </a:lnTo>
                  <a:lnTo>
                    <a:pt x="135" y="481"/>
                  </a:lnTo>
                  <a:lnTo>
                    <a:pt x="135" y="0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5851525" y="1162050"/>
              <a:ext cx="212725" cy="887413"/>
            </a:xfrm>
            <a:custGeom>
              <a:rect b="b" l="l" r="r" t="t"/>
              <a:pathLst>
                <a:path extrusionOk="0" h="559" w="134">
                  <a:moveTo>
                    <a:pt x="0" y="78"/>
                  </a:moveTo>
                  <a:lnTo>
                    <a:pt x="0" y="559"/>
                  </a:lnTo>
                  <a:lnTo>
                    <a:pt x="134" y="481"/>
                  </a:lnTo>
                  <a:lnTo>
                    <a:pt x="134" y="0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5851525" y="1698625"/>
              <a:ext cx="212725" cy="857250"/>
            </a:xfrm>
            <a:custGeom>
              <a:rect b="b" l="l" r="r" t="t"/>
              <a:pathLst>
                <a:path extrusionOk="0" h="540" w="134">
                  <a:moveTo>
                    <a:pt x="0" y="78"/>
                  </a:moveTo>
                  <a:lnTo>
                    <a:pt x="0" y="540"/>
                  </a:lnTo>
                  <a:lnTo>
                    <a:pt x="134" y="462"/>
                  </a:lnTo>
                  <a:lnTo>
                    <a:pt x="134" y="0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6119813" y="1006475"/>
              <a:ext cx="214313" cy="884238"/>
            </a:xfrm>
            <a:custGeom>
              <a:rect b="b" l="l" r="r" t="t"/>
              <a:pathLst>
                <a:path extrusionOk="0" h="557" w="135">
                  <a:moveTo>
                    <a:pt x="0" y="78"/>
                  </a:moveTo>
                  <a:lnTo>
                    <a:pt x="0" y="557"/>
                  </a:lnTo>
                  <a:lnTo>
                    <a:pt x="135" y="479"/>
                  </a:lnTo>
                  <a:lnTo>
                    <a:pt x="135" y="0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6386513" y="1100138"/>
              <a:ext cx="214313" cy="1084262"/>
            </a:xfrm>
            <a:custGeom>
              <a:rect b="b" l="l" r="r" t="t"/>
              <a:pathLst>
                <a:path extrusionOk="0" h="683" w="135">
                  <a:moveTo>
                    <a:pt x="0" y="78"/>
                  </a:moveTo>
                  <a:lnTo>
                    <a:pt x="0" y="683"/>
                  </a:lnTo>
                  <a:lnTo>
                    <a:pt x="135" y="605"/>
                  </a:lnTo>
                  <a:lnTo>
                    <a:pt x="135" y="0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7" name="Google Shape;67;p14"/>
          <p:cNvCxnSpPr/>
          <p:nvPr/>
        </p:nvCxnSpPr>
        <p:spPr>
          <a:xfrm>
            <a:off x="4174755" y="4838294"/>
            <a:ext cx="1200" cy="189300"/>
          </a:xfrm>
          <a:prstGeom prst="straightConnector1">
            <a:avLst/>
          </a:prstGeom>
          <a:noFill/>
          <a:ln cap="rnd" cmpd="sng" w="1430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8" name="Google Shape;68;p14"/>
          <p:cNvSpPr/>
          <p:nvPr/>
        </p:nvSpPr>
        <p:spPr>
          <a:xfrm>
            <a:off x="4287046" y="4811724"/>
            <a:ext cx="24009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www.slidemodel.com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93C47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1707188" y="433948"/>
            <a:ext cx="5791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400"/>
              <a:buFont typeface="Quattrocento Sans"/>
              <a:buNone/>
            </a:pPr>
            <a:r>
              <a:rPr lang="pt-BR" sz="5400"/>
              <a:t>WYDEN GAMES</a:t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0" y="860425"/>
            <a:ext cx="1613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8794751" y="4772025"/>
            <a:ext cx="352500" cy="98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305800" y="4725707"/>
            <a:ext cx="4572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i="0" lang="pt-BR" sz="1200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996800" y="2215050"/>
            <a:ext cx="7127100" cy="1102200"/>
          </a:xfrm>
          <a:prstGeom prst="rect">
            <a:avLst/>
          </a:prstGeom>
          <a:solidFill>
            <a:srgbClr val="93C47D"/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CONTROLE DA SUA JOGATINA</a:t>
            </a:r>
            <a:endParaRPr b="1" i="0" sz="18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2185048" y="512725"/>
            <a:ext cx="4773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400"/>
              <a:buFont typeface="Quattrocento Sans"/>
              <a:buNone/>
            </a:pPr>
            <a:r>
              <a:rPr lang="pt-BR" sz="5400"/>
              <a:t>Conheça o Time</a:t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0" y="860425"/>
            <a:ext cx="1613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8794751" y="4772025"/>
            <a:ext cx="352500" cy="98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8305800" y="4725707"/>
            <a:ext cx="4572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i="0" lang="pt-BR" sz="1200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1819200" y="1883975"/>
            <a:ext cx="5505600" cy="17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pt-BR" sz="20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1 - Daniel Vitor Fonseca de Oliveira</a:t>
            </a:r>
            <a:endParaRPr b="1" i="1" sz="2000" u="none" cap="none" strike="noStrik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1" sz="2000" u="none" cap="none" strike="noStrik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pt-BR" sz="20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2 - ADEMIR FILHO PINHO DA SILVA</a:t>
            </a:r>
            <a:endParaRPr b="1" i="1" sz="2000" u="none" cap="none" strike="noStrik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1" sz="2000" u="none" cap="none" strike="noStrik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2185048" y="512725"/>
            <a:ext cx="4773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400"/>
              <a:buFont typeface="Quattrocento Sans"/>
              <a:buNone/>
            </a:pPr>
            <a:r>
              <a:rPr lang="pt-BR" sz="5400"/>
              <a:t>ORIENTADOR</a:t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0" y="860425"/>
            <a:ext cx="1613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8794751" y="4772025"/>
            <a:ext cx="352500" cy="98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8305800" y="4725707"/>
            <a:ext cx="4572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i="0" lang="pt-BR" sz="1200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1819200" y="1883975"/>
            <a:ext cx="5505600" cy="17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500">
              <a:solidFill>
                <a:srgbClr val="F0F6FC"/>
              </a:solidFill>
              <a:highlight>
                <a:srgbClr val="38761D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pt-BR" sz="2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LUIZ GUSTAVO TURATTI</a:t>
            </a:r>
            <a:endParaRPr b="1" i="1" sz="2000" u="none" cap="none" strike="noStrik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2300850" y="716225"/>
            <a:ext cx="45423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pt-BR"/>
              <a:t>ÍNDICE</a:t>
            </a:r>
            <a:endParaRPr/>
          </a:p>
        </p:txBody>
      </p:sp>
      <p:sp>
        <p:nvSpPr>
          <p:cNvPr id="104" name="Google Shape;104;p18"/>
          <p:cNvSpPr txBox="1"/>
          <p:nvPr/>
        </p:nvSpPr>
        <p:spPr>
          <a:xfrm>
            <a:off x="1676400" y="1583125"/>
            <a:ext cx="5791200" cy="21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151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Quattrocento Sans"/>
              <a:buChar char="●"/>
            </a:pPr>
            <a:r>
              <a:rPr b="0" i="0" lang="pt-BR" sz="1500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CRONOGRAMA</a:t>
            </a:r>
            <a:endParaRPr b="0" i="0" sz="1500" u="none" cap="none" strike="noStrike">
              <a:solidFill>
                <a:schemeClr val="accent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51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Quattrocento Sans"/>
              <a:buChar char="●"/>
            </a:pPr>
            <a:r>
              <a:rPr lang="pt-BR" sz="1500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APRESENTAÇÃO DO PROJETO</a:t>
            </a:r>
            <a:endParaRPr sz="1500">
              <a:solidFill>
                <a:schemeClr val="accent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51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Quattrocento Sans"/>
              <a:buChar char="●"/>
            </a:pPr>
            <a:r>
              <a:rPr lang="pt-BR" sz="1500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FUNCIONALIDADES</a:t>
            </a:r>
            <a:endParaRPr sz="1500">
              <a:solidFill>
                <a:schemeClr val="accent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51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Quattrocento Sans"/>
              <a:buChar char="●"/>
            </a:pPr>
            <a:r>
              <a:rPr b="0" i="0" lang="pt-BR" sz="1500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OBJETIVO</a:t>
            </a:r>
            <a:endParaRPr b="0" i="0" sz="1500" u="none" cap="none" strike="noStrike">
              <a:solidFill>
                <a:schemeClr val="accent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51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Quattrocento Sans"/>
              <a:buChar char="●"/>
            </a:pPr>
            <a:r>
              <a:rPr b="0" i="0" lang="pt-BR" sz="1500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TELAS DO APLICATIVO</a:t>
            </a:r>
            <a:endParaRPr b="0" i="0" sz="1500" u="none" cap="none" strike="noStrike">
              <a:solidFill>
                <a:schemeClr val="accent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0" y="860425"/>
            <a:ext cx="1613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3559650" y="461025"/>
            <a:ext cx="20247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pt-BR"/>
              <a:t>AGENDA</a:t>
            </a:r>
            <a:endParaRPr/>
          </a:p>
        </p:txBody>
      </p:sp>
      <p:sp>
        <p:nvSpPr>
          <p:cNvPr id="111" name="Google Shape;111;p19"/>
          <p:cNvSpPr/>
          <p:nvPr/>
        </p:nvSpPr>
        <p:spPr>
          <a:xfrm>
            <a:off x="0" y="860425"/>
            <a:ext cx="1613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1348725" y="1585875"/>
            <a:ext cx="4709400" cy="25785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1 - Levantamento de requisitos funcionais e não funcionais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2 - Desenvolvimento e primeira entrega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3 - Recolhimento de Feedback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4 - Finalização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19"/>
          <p:cNvCxnSpPr/>
          <p:nvPr/>
        </p:nvCxnSpPr>
        <p:spPr>
          <a:xfrm>
            <a:off x="6044750" y="1580475"/>
            <a:ext cx="13500" cy="2578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19"/>
          <p:cNvSpPr txBox="1"/>
          <p:nvPr/>
        </p:nvSpPr>
        <p:spPr>
          <a:xfrm>
            <a:off x="6044750" y="1585875"/>
            <a:ext cx="1750500" cy="25785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 mês</a:t>
            </a:r>
            <a:br>
              <a:rPr b="0" i="0" lang="pt-BR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 semanas</a:t>
            </a:r>
            <a:br>
              <a:rPr b="0" i="0" lang="pt-BR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 meses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 semanas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2896575" y="1231825"/>
            <a:ext cx="16137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pt-B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ETAPA</a:t>
            </a:r>
            <a:endParaRPr b="1" i="1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0" y="860425"/>
            <a:ext cx="1613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6044750" y="1231825"/>
            <a:ext cx="17505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pt-B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PRAZO EST.</a:t>
            </a:r>
            <a:endParaRPr b="1" i="1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3326400" y="455750"/>
            <a:ext cx="33327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pt-BR"/>
              <a:t>Wyden Games</a:t>
            </a:r>
            <a:endParaRPr/>
          </a:p>
        </p:txBody>
      </p:sp>
      <p:sp>
        <p:nvSpPr>
          <p:cNvPr id="123" name="Google Shape;123;p20"/>
          <p:cNvSpPr txBox="1"/>
          <p:nvPr/>
        </p:nvSpPr>
        <p:spPr>
          <a:xfrm>
            <a:off x="69750" y="1218950"/>
            <a:ext cx="9004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2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wyden Games, é um aplicativo android, focado em permitir o usuário salvar suas informações sobre os jogos. Podendo salvar seu status atual nos jogos em nossa plataforma</a:t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0"/>
          <p:cNvSpPr/>
          <p:nvPr/>
        </p:nvSpPr>
        <p:spPr>
          <a:xfrm>
            <a:off x="0" y="601700"/>
            <a:ext cx="1613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2291025" y="555950"/>
            <a:ext cx="46287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pt-BR"/>
              <a:t>FUNCIONALIDADES</a:t>
            </a:r>
            <a:endParaRPr/>
          </a:p>
        </p:txBody>
      </p:sp>
      <p:sp>
        <p:nvSpPr>
          <p:cNvPr id="130" name="Google Shape;130;p21"/>
          <p:cNvSpPr/>
          <p:nvPr/>
        </p:nvSpPr>
        <p:spPr>
          <a:xfrm>
            <a:off x="0" y="601700"/>
            <a:ext cx="1613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1"/>
          <p:cNvSpPr/>
          <p:nvPr/>
        </p:nvSpPr>
        <p:spPr>
          <a:xfrm>
            <a:off x="46075" y="1893150"/>
            <a:ext cx="4061100" cy="1310400"/>
          </a:xfrm>
          <a:prstGeom prst="flowChartAlternateProcess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300">
                <a:solidFill>
                  <a:srgbClr val="FFFFFF"/>
                </a:solidFill>
              </a:rPr>
              <a:t>GERENCIAMENTO DE </a:t>
            </a:r>
            <a:r>
              <a:rPr lang="pt-BR" sz="1300">
                <a:solidFill>
                  <a:srgbClr val="FFFFFF"/>
                </a:solidFill>
              </a:rPr>
              <a:t>USUÁRIOS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1"/>
          <p:cNvSpPr/>
          <p:nvPr/>
        </p:nvSpPr>
        <p:spPr>
          <a:xfrm>
            <a:off x="4458225" y="1916550"/>
            <a:ext cx="4599000" cy="1310400"/>
          </a:xfrm>
          <a:prstGeom prst="flowChartAlternateProcess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300">
                <a:solidFill>
                  <a:schemeClr val="lt1"/>
                </a:solidFill>
              </a:rPr>
              <a:t>VISIBILIDADE DE JOGOS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46075" y="3513875"/>
            <a:ext cx="4061100" cy="1310400"/>
          </a:xfrm>
          <a:prstGeom prst="flowChartAlternateProcess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>
                <a:solidFill>
                  <a:srgbClr val="FFFFFF"/>
                </a:solidFill>
              </a:rPr>
              <a:t>GERENCIAMENTO</a:t>
            </a:r>
            <a:r>
              <a:rPr lang="pt-BR">
                <a:solidFill>
                  <a:srgbClr val="FFFFFF"/>
                </a:solidFill>
              </a:rPr>
              <a:t> DE STATUS EM JOGOS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1"/>
          <p:cNvSpPr/>
          <p:nvPr/>
        </p:nvSpPr>
        <p:spPr>
          <a:xfrm>
            <a:off x="4458225" y="3513875"/>
            <a:ext cx="4599000" cy="1310400"/>
          </a:xfrm>
          <a:prstGeom prst="flowChartAlternateProcess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300">
                <a:solidFill>
                  <a:srgbClr val="FFFFFF"/>
                </a:solidFill>
              </a:rPr>
              <a:t>GERENCIAMENTO DA APLICAÇÃO POR ADMINS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/>
          <p:nvPr/>
        </p:nvSpPr>
        <p:spPr>
          <a:xfrm>
            <a:off x="0" y="860425"/>
            <a:ext cx="1613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1746000" y="111875"/>
            <a:ext cx="5652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40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TELAS DO APLICATIVO</a:t>
            </a:r>
            <a:endParaRPr b="0" i="0" sz="4000" u="none" cap="none" strike="noStrik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41" name="Google Shape;14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3973" y="1303525"/>
            <a:ext cx="1684225" cy="36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2"/>
          <p:cNvSpPr txBox="1"/>
          <p:nvPr/>
        </p:nvSpPr>
        <p:spPr>
          <a:xfrm>
            <a:off x="2537325" y="940175"/>
            <a:ext cx="17703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TELA LOGIN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2"/>
          <p:cNvSpPr txBox="1"/>
          <p:nvPr/>
        </p:nvSpPr>
        <p:spPr>
          <a:xfrm>
            <a:off x="5231250" y="997600"/>
            <a:ext cx="27123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TELA REGISTER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0450" y="1342175"/>
            <a:ext cx="1726275" cy="360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/>
          <p:nvPr/>
        </p:nvSpPr>
        <p:spPr>
          <a:xfrm>
            <a:off x="0" y="860425"/>
            <a:ext cx="1613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3"/>
          <p:cNvSpPr txBox="1"/>
          <p:nvPr/>
        </p:nvSpPr>
        <p:spPr>
          <a:xfrm>
            <a:off x="2036875" y="860413"/>
            <a:ext cx="26055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TELA HOME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5326" y="1252525"/>
            <a:ext cx="1653399" cy="360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3"/>
          <p:cNvSpPr txBox="1"/>
          <p:nvPr/>
        </p:nvSpPr>
        <p:spPr>
          <a:xfrm>
            <a:off x="2094875" y="98950"/>
            <a:ext cx="5652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40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TELAS DO APLICATIVO</a:t>
            </a:r>
            <a:endParaRPr b="0" i="0" sz="4000" u="none" cap="none" strike="noStrik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3" name="Google Shape;153;p23"/>
          <p:cNvSpPr txBox="1"/>
          <p:nvPr/>
        </p:nvSpPr>
        <p:spPr>
          <a:xfrm>
            <a:off x="6249425" y="860423"/>
            <a:ext cx="26055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SIDEBAR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1125" y="1282500"/>
            <a:ext cx="1669075" cy="35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3"/>
          <p:cNvSpPr txBox="1"/>
          <p:nvPr/>
        </p:nvSpPr>
        <p:spPr>
          <a:xfrm>
            <a:off x="3920125" y="860425"/>
            <a:ext cx="26055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TELAS GAMES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97075" y="1295250"/>
            <a:ext cx="1676700" cy="355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>
            <a:off x="0" y="860425"/>
            <a:ext cx="1613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3199225" y="32125"/>
            <a:ext cx="2799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TELAS DO APLICATIVO</a:t>
            </a:r>
            <a:endParaRPr b="0" i="0" sz="2000" u="none" cap="none" strike="noStrik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3846925" y="945913"/>
            <a:ext cx="26055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SIDEBAR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4175" y="1306575"/>
            <a:ext cx="1669075" cy="36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/>
          <p:nvPr/>
        </p:nvSpPr>
        <p:spPr>
          <a:xfrm>
            <a:off x="0" y="860425"/>
            <a:ext cx="1613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5"/>
          <p:cNvSpPr txBox="1"/>
          <p:nvPr/>
        </p:nvSpPr>
        <p:spPr>
          <a:xfrm>
            <a:off x="3199225" y="32125"/>
            <a:ext cx="2799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TELAS DO APLICATIVO</a:t>
            </a:r>
            <a:endParaRPr b="0" i="0" sz="2000" u="none" cap="none" strike="noStrik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3656700" y="1030825"/>
            <a:ext cx="26055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TELAS GAMES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3650" y="1465650"/>
            <a:ext cx="1676700" cy="361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/>
          <p:nvPr/>
        </p:nvSpPr>
        <p:spPr>
          <a:xfrm>
            <a:off x="0" y="860425"/>
            <a:ext cx="1613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3199225" y="32125"/>
            <a:ext cx="2799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TELAS DO APLICATIVO</a:t>
            </a:r>
            <a:endParaRPr b="0" i="0" sz="2000" u="none" cap="none" strike="noStrik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9" name="Google Shape;179;p26"/>
          <p:cNvSpPr txBox="1"/>
          <p:nvPr/>
        </p:nvSpPr>
        <p:spPr>
          <a:xfrm>
            <a:off x="3609900" y="897225"/>
            <a:ext cx="26055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TELAS ACCOUNT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7550" y="1352875"/>
            <a:ext cx="1687350" cy="366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5625" y="1364255"/>
            <a:ext cx="1687350" cy="3647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/>
          <p:nvPr/>
        </p:nvSpPr>
        <p:spPr>
          <a:xfrm>
            <a:off x="0" y="860425"/>
            <a:ext cx="1613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3199225" y="32125"/>
            <a:ext cx="2799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TELAS DO APLICATIVO</a:t>
            </a:r>
            <a:endParaRPr b="0" i="0" sz="2000" u="none" cap="none" strike="noStrik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3469625" y="996263"/>
            <a:ext cx="26055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TELAS LOG GAME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1802" y="1433300"/>
            <a:ext cx="1670300" cy="3604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5550" y="1433300"/>
            <a:ext cx="1787075" cy="360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/>
          <p:nvPr/>
        </p:nvSpPr>
        <p:spPr>
          <a:xfrm>
            <a:off x="0" y="860425"/>
            <a:ext cx="1613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3199225" y="32125"/>
            <a:ext cx="2799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TELAS DO APLICATIVO</a:t>
            </a:r>
            <a:endParaRPr b="0" i="0" sz="2000" u="none" cap="none" strike="noStrik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3556475" y="1030826"/>
            <a:ext cx="26055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TELAS PAINEL ADMIN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8448" y="1524669"/>
            <a:ext cx="1613700" cy="3499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34500" y="1524675"/>
            <a:ext cx="1756825" cy="349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06125" y="1524675"/>
            <a:ext cx="1669975" cy="3499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/>
          <p:nvPr>
            <p:ph type="title"/>
          </p:nvPr>
        </p:nvSpPr>
        <p:spPr>
          <a:xfrm>
            <a:off x="2857050" y="1839425"/>
            <a:ext cx="34299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pt-BR" sz="5000"/>
              <a:t>OBRIGADO</a:t>
            </a:r>
            <a:endParaRPr sz="5000"/>
          </a:p>
        </p:txBody>
      </p:sp>
      <p:sp>
        <p:nvSpPr>
          <p:cNvPr id="206" name="Google Shape;206;p29"/>
          <p:cNvSpPr/>
          <p:nvPr/>
        </p:nvSpPr>
        <p:spPr>
          <a:xfrm>
            <a:off x="0" y="860425"/>
            <a:ext cx="1613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